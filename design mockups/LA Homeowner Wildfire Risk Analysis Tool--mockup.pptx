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73" d="100"/>
          <a:sy n="73" d="100"/>
        </p:scale>
        <p:origin x="43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BD738-2463-2701-E945-A781C53EF5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984DC9-236A-92FF-D49F-4C83E0633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BF0BA-429D-9C4B-8BDB-79735006F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0A602-9ED3-4893-AFFE-DC8B6FC7DFA8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E3C8A-3CE0-7098-A1C0-A1CE8F559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C28E4-539E-3AAB-1D74-F8B9BFB7E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9E516-8D76-4A45-AC79-A320A35A7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016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B3F3F-515D-DC14-DE0A-2A46DC932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DA207-A271-A214-F5BB-FFA3B269C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959CD-8CF2-53A2-50F8-F0B4F4998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0A602-9ED3-4893-AFFE-DC8B6FC7DFA8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01DE9-06A2-2CE3-386B-1375EBBA8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761FE-62B4-C36A-6CB3-5E617B981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9E516-8D76-4A45-AC79-A320A35A7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09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3F37B-D4A7-0AD7-FA37-73D913D8C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2A59C2-1699-F6A9-3A17-B23DF1EDB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0FDBA-215D-FD1B-8394-03B4FEC56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0A602-9ED3-4893-AFFE-DC8B6FC7DFA8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E1E760-132A-107D-9E87-A8351E3F3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91D53-18A3-F7C5-ADF3-2061E9662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9E516-8D76-4A45-AC79-A320A35A7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884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70F89-D43C-6655-464C-09D316F67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2858C-69B5-AA5E-D135-02D604DC03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9CB217-3609-31CC-753D-59403D27F6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EC442A-4388-4D92-C8FD-6FF92509C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0A602-9ED3-4893-AFFE-DC8B6FC7DFA8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294230-F87C-C6F7-CB4D-693EF5195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688C2D-60D7-DD04-3D8C-A95EA73EC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9E516-8D76-4A45-AC79-A320A35A7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390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C0CCB-8094-3244-7F13-4BBC1E453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15B700-AFAF-FE47-6A71-3A9E18CED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F9C5F2-4959-C205-F93D-EE7BFD6F78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2BF8D-6594-EAE9-FD2B-DB547E33F9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8721FE-CD04-EBFA-94CA-AD54C98BC0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67DE24-DB3F-5742-CDAD-5A4B132E8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0A602-9ED3-4893-AFFE-DC8B6FC7DFA8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B0908E-0447-192A-2644-CE3FAB558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609587-2DB6-9C7A-814E-6A64D533C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9E516-8D76-4A45-AC79-A320A35A7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580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E18CA-C4C6-A62B-2D0B-75B8BE896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3D4B60-04BE-D2BB-7BC6-15FA4FC68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0A602-9ED3-4893-AFFE-DC8B6FC7DFA8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F2001B-C214-6504-A8A7-EE9E9D35D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F7EDE5-831B-ABA6-61F4-175A9B90B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9E516-8D76-4A45-AC79-A320A35A7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171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CEA505-7347-E46A-C6CC-DCBAA4F4E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0A602-9ED3-4893-AFFE-DC8B6FC7DFA8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93C4D7-B009-4304-2B63-FEBE47446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F4481D-3C64-641B-0E51-0CB8C52F7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9E516-8D76-4A45-AC79-A320A35A7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460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6B2CD-7FDB-C48C-559A-BD0D630A9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21B2D-4BB9-496B-E987-777BEDCB9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73A8B1-52CB-D1D1-070B-B28B12C880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043DDC-515E-662F-AAF1-C198A6224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0A602-9ED3-4893-AFFE-DC8B6FC7DFA8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250B3C-18DB-0953-1022-E61A884B8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2C0367-3F6B-9A65-B1A2-A4CAA6EC2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9E516-8D76-4A45-AC79-A320A35A7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34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DB0FE-A4B1-382C-115C-D7FB2E2F8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1D676E-307E-373E-80A2-EB6BB23951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F51BAA-9345-9EAD-9F10-C22CF4A0C9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309B7A-09D8-7B25-2865-B2BF1B13C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0A602-9ED3-4893-AFFE-DC8B6FC7DFA8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DE1BA6-E231-D27A-5BFB-0F9E3AE49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BF4954-1062-C260-85E0-2E3ED34C5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9E516-8D76-4A45-AC79-A320A35A7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48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D9F7B-14FA-8156-EE2D-70F55D19E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EECE3F-BCE7-BB25-CFD5-7FB96432B4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A9171-A056-E273-E6BB-8448E4543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0A602-9ED3-4893-AFFE-DC8B6FC7DFA8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186CB-D623-7B00-3756-3DD4906EE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C50E4-3DF5-CAD4-CB5E-B543F8E28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9E516-8D76-4A45-AC79-A320A35A7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276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6FEB24-1FF4-BDED-B4BE-0E35F93F67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EE2215-2604-4821-B245-DB887D6C4D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A365F-7ACE-5FCF-7AF2-2CDCF2962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0A602-9ED3-4893-AFFE-DC8B6FC7DFA8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74378-B93D-0148-BC2F-A3246B0CE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D21C0-B664-C1CB-0F19-48B4A0B9B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9E516-8D76-4A45-AC79-A320A35A7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723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1F763B-2C02-8E36-EBB4-8F3C8ECF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0A7FA6-A4A6-E293-97BF-BB7EB94C29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84271-3C46-679E-12A9-2825AC3E20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C0A602-9ED3-4893-AFFE-DC8B6FC7DFA8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A15DA0-8FBB-31A8-4CEC-376EDF38D6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7FC3F-065E-2BD7-10AC-534B125DE3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59E516-8D76-4A45-AC79-A320A35A7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296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C9E8D99-D6E6-8130-88CD-302DB77D2BB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6"/>
            <a:ext cx="12192000" cy="68559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8C49C8B-113C-2216-9130-1DF683EA20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6822" y="4179523"/>
            <a:ext cx="10107507" cy="1130829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LA Homeowner Wildfire Risk Analysis Tool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AD8AE2-1073-6B40-9B00-8F40D5CABD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06822" y="5473598"/>
            <a:ext cx="9144000" cy="749829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Description of purpose, functionality, etc.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E727F67-0B90-16E7-6AF7-271CA25C6EBA}"/>
              </a:ext>
            </a:extLst>
          </p:cNvPr>
          <p:cNvSpPr txBox="1">
            <a:spLocks/>
          </p:cNvSpPr>
          <p:nvPr/>
        </p:nvSpPr>
        <p:spPr>
          <a:xfrm>
            <a:off x="2206822" y="3321614"/>
            <a:ext cx="9144000" cy="5429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Welcome to AI-assisted</a:t>
            </a:r>
          </a:p>
        </p:txBody>
      </p:sp>
    </p:spTree>
    <p:extLst>
      <p:ext uri="{BB962C8B-B14F-4D97-AF65-F5344CB8AC3E}">
        <p14:creationId xmlns:p14="http://schemas.microsoft.com/office/powerpoint/2010/main" val="2607449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17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Batang</vt:lpstr>
      <vt:lpstr>Aptos</vt:lpstr>
      <vt:lpstr>Aptos Display</vt:lpstr>
      <vt:lpstr>Arial</vt:lpstr>
      <vt:lpstr>Office Theme</vt:lpstr>
      <vt:lpstr>LA Homeowner Wildfire Risk Analysis Tool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Lopez Davila, Yvonne M</dc:creator>
  <cp:lastModifiedBy>Lopez Davila, Yvonne M</cp:lastModifiedBy>
  <cp:revision>1</cp:revision>
  <dcterms:created xsi:type="dcterms:W3CDTF">2026-03-31T22:30:59Z</dcterms:created>
  <dcterms:modified xsi:type="dcterms:W3CDTF">2026-03-31T23:52:30Z</dcterms:modified>
</cp:coreProperties>
</file>